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comments/comment3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</p:sldIdLst>
  <p:sldSz cx="16256000" cy="9144000"/>
  <p:notesSz cx="7559675" cy="10691813"/>
</p:presentation>
</file>

<file path=ppt/commentAuthors.xml><?xml version="1.0" encoding="utf-8"?>
<p:cmAuthorLst xmlns:p="http://schemas.openxmlformats.org/presentationml/2006/main">
  <p:cmAuthor id="0" name="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presProps" Target="presProps.xml"/><Relationship Id="rId28" Type="http://schemas.openxmlformats.org/officeDocument/2006/relationships/commentAuthors" Target="commentAuthors.xml"/>
</Relationships>
</file>

<file path=ppt/comments/comment3.xml><?xml version="1.0" encoding="utf-8"?>
<p:cmLst xmlns:p="http://schemas.openxmlformats.org/presentationml/2006/main">
  <p:cm authorId="0" dt="2026-09-11T16:36:44.000000000" idx="1">
    <p:pos x="0" y="0"/>
    <p:text/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515D10-8567-4F01-B1B8-8AE9E491D7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EEEAAB9-2B75-4494-9C37-4B51EAFF64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BCF1CCF-E084-4E13-A73A-85093168E8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F1F2A14-D46E-4CE6-9FB3-106EF4EE62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392D0DB-D409-49E1-9B39-76CCA01C87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830916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6C43ABC-FF48-4764-8B94-ADF6D5BAD8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FA7166D-289C-4C6C-9F25-437B762312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D153D46-80BE-4464-8959-BC488A8B58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2FCBD78-7D23-4488-AB78-EA4AA7AC22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25FA67C-3421-49C1-95BE-F71B52907D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DD6C0A8-AB1D-459D-B093-E9EC1A7A8A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68E58E3B-1610-4C94-8377-CE48D7CFCC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D5B4187-7EFA-4B6E-9C4C-572F87689A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07CF01-C06E-4479-A7CD-270D2A3AD8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2BF6CF-E9A8-470B-95EF-F0D5F4211B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DB4E9B-1E6C-4FDE-83B9-08754AC5ED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EB5FAB-F782-481F-87EE-7368BC3D71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8279D9-2454-468B-9F40-C1E73AA3C0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7138800" cy="53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8309160" y="2139480"/>
            <a:ext cx="7138800" cy="53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D1553D-FB6E-4FA2-8F79-A0D3BD2009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3CB567-C994-47B6-9D90-B808F113096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B67330-CBCF-4A98-AA6E-5234AAE3519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A7822D-000C-4A2D-8982-4F62C5664C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AA0DDB-3166-4AB3-8652-E109BEA3FC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FDD476-607C-4F00-A866-7D97E4D3E4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64997D-06AC-40CA-9CCF-C2BF7B63FEC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ftr" idx="3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373AB2-A056-4581-8899-034B63A2A1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comments" Target="../comments/commen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914400" y="6015960"/>
            <a:ext cx="6663600" cy="10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INTEGRATED SCIENCE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86160" y="4127400"/>
            <a:ext cx="14629680" cy="273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KALLIOPI ZEINAKI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b4c7dc"/>
                </a:highlight>
                <a:latin typeface="Arial"/>
              </a:rPr>
              <a:t>European School of Heraklion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b4c7dc"/>
                </a:highlight>
                <a:latin typeface="Arial"/>
              </a:rPr>
              <a:t>2026-27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WHAT I WILL NEED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 2 SUBJECT NOTEBOOK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 DOSSIER FOR PHOTOCOPIES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 descr=""/>
          <p:cNvPicPr/>
          <p:nvPr/>
        </p:nvPicPr>
        <p:blipFill>
          <a:blip r:embed="rId1"/>
          <a:stretch/>
        </p:blipFill>
        <p:spPr>
          <a:xfrm>
            <a:off x="360" y="228600"/>
            <a:ext cx="16255080" cy="8000280"/>
          </a:xfrm>
          <a:prstGeom prst="rect">
            <a:avLst/>
          </a:prstGeom>
          <a:ln w="0">
            <a:noFill/>
          </a:ln>
        </p:spPr>
      </p:pic>
      <p:sp>
        <p:nvSpPr>
          <p:cNvPr id="70" name=""/>
          <p:cNvSpPr/>
          <p:nvPr/>
        </p:nvSpPr>
        <p:spPr>
          <a:xfrm>
            <a:off x="685800" y="8458200"/>
            <a:ext cx="13715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080" cy="906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080" cy="906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080" cy="906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080" cy="906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080" cy="906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080" cy="906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080" cy="906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080" cy="906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080" cy="906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2026-09-13T16:40:10Z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